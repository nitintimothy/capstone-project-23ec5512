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💡 SMART BUY ADVISOR v2.0</a:t>
            </a:r>
          </a:p>
          <a:p>
            <a:pPr algn="ctr">
              <a:defRPr sz="3200" b="1">
                <a:solidFill>
                  <a:srgbClr val="F8FAFC"/>
                </a:solidFill>
              </a:defRPr>
            </a:pPr>
            <a:r>
              <a:t>Full Cash vs. EMI + Salary Pledge &amp;</a:t>
            </a:r>
            <a:br/>
            <a:r>
              <a:t>Real Effective Cost Calculator</a:t>
            </a:r>
          </a:p>
          <a:p>
            <a:br/>
            <a:pPr algn="ctr">
              <a:defRPr sz="1600">
                <a:solidFill>
                  <a:srgbClr val="4ADE80"/>
                </a:solidFill>
              </a:defRPr>
            </a:pPr>
            <a:r>
              <a:t>Capstone Project (Subject Code: 23EC5512)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Presenter: Nitin V Timothy | Reg No: 2403727710621136 | Class: ECE-C | SKCET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Live App: https://nitintimothy.github.io/capstone-project-23EC5512/smart-buy-advisor/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Retail Buyer's Dilemma: Cash vs. Financing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💵 Traditional Choice: Full Upfront Cash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Common Mindset: 'I have ₹1.1 Lakhs cash, so I will pay 100% upfront to avoid debt.'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The Hidden Sacrifice: Paying full cash drains your savings liquidity on Day 1.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Zero Growth: Your ₹1.1 Lakhs capital earns ₹0 in compound interest over the next 3 years.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Total Out of Pocket Cost: Full 100% Item Price (₹1,10,000).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💡 Smart Choice: EMI + Investment Strategy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Smart Strategy: Opt for No-Cost / Standard EMI while retaining your ₹1.0 Lakh savings.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Capital Growth: Invest the retained ₹1.0 Lakh savings in mutual funds / liquid funds @ 12% ROI.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Interest Offset: The investment returns earned (e.g. ₹43,077) offset the purchase price!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Real Effective Item Cost: Reduced from ₹1,10,000 to only ₹66,923 (39.2% OFF!).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v2.0 Innovation: Salary EMI Pledge &amp; Compound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084FC"/>
                </a:solidFill>
              </a:defRPr>
            </a:pPr>
            <a:r>
              <a:t>💼 What is the Salary EMI Pledge Strategy?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▶  Salary Servicing: Buyer pledges a percentage (0% to 100%) of monthly EMI payments directly from incoming monthly salary income.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▶  100% Full Salary Pledge: By paying monthly EMIs from salary, the initial savings capital stays 100% untouched for the entire tenure!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▶  Compounding Acceleration: Because no money is withdrawn from the investment fund, compound interest accumulates at maximum velocity.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▶  Hybrid Flexibility: Users can choose 0% (Withdraw from Fund), 50% (Hybrid), or 100% (Full Salary Pledge) based on cashflow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 Effective Cost Result Depiction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🧮 Mathematical Result Formula Architecture</a:t>
            </a:r>
          </a:p>
          <a:p>
            <a:pPr>
              <a:defRPr sz="1500" b="1">
                <a:solidFill>
                  <a:srgbClr val="4ADE80"/>
                </a:solidFill>
              </a:defRPr>
            </a:pPr>
            <a:r>
              <a:t>Real Effective Cost of Item = Original Outflow (Down Payment + EMIs + Fees)  -  Investment Returns Earned (R_earned)</a:t>
            </a:r>
          </a:p>
          <a:p>
            <a:pPr>
              <a:defRPr sz="1500" b="1">
                <a:solidFill>
                  <a:srgbClr val="C084FC"/>
                </a:solidFill>
              </a:defRPr>
            </a:pPr>
            <a:r>
              <a:t>Net Money Saved / Effective Discount = Full Upfront Cash Price  -  Real Effective Cost = R_earned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1. Original Outflow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Total nominal cash paid for item (Down Payment + Processing Fees + All Monthly EMIs).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749039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2. Interest Offset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Compound returns earned by leaving principal capital invested in high-yield instruments.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749039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3. Real Out-of-Pocket Cost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Actual net money that left your pocket after deducting investment interest discount!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Case Study: iPhone 16 Pro (₹1,10,000 / 36m @ 12% ROI)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56032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Financial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Option A (Full Cash)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Option B (100% Salary Pledge)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Net Advantage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Original Outflow (Price + EMIs)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₹1,10,000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₹1,10,000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</a:defRPr>
                      </a:pPr>
                      <a:r>
                        <a:t>Same Cash Outflow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Investment Returns Earned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+₹43,077 (Interest)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</a:defRPr>
                      </a:pPr>
                      <a:r>
                        <a:t>₹43,077 Interest Subvention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Real Effective Out-of-Pocket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₹1,10,000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₹66,923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₹43,077 Less Out of Pocket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Effective Discount / Savings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0% OFF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39.2% OFF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</a:defRPr>
                      </a:pPr>
                      <a:r>
                        <a:t>₹43,077 Net Discount!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Application Features &amp; UI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⚡ Dual EMI Schemes  —  </a:t>
            </a:r>
            <a:r>
              <a:rPr sz="1300" b="0">
                <a:solidFill>
                  <a:srgbClr val="F8FAFC"/>
                </a:solidFill>
              </a:rPr>
              <a:t>Supports both No-Cost EMI (0% interest with bank subvention) and Standard EMI (custom bank interest rates).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💼 Salary Pledge Controls  —  </a:t>
            </a:r>
            <a:r>
              <a:rPr sz="1300" b="0">
                <a:solidFill>
                  <a:srgbClr val="F8FAFC"/>
                </a:solidFill>
              </a:rPr>
              <a:t>Interactive slider (0% to 100%) with instant preset buttons: 0% Fund, 50% Hybrid, 100% Full Salary Pledge.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📈 Cashflow Schedule Table  —  </a:t>
            </a:r>
            <a:r>
              <a:rPr sz="1300" b="0">
                <a:solidFill>
                  <a:srgbClr val="F8FAFC"/>
                </a:solidFill>
              </a:rPr>
              <a:t>Expandable month-by-month table showing starting fund, ROI interest earned, salary contribution, fund withdrawal, and ending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💾 LocalStorage CRUD  —  </a:t>
            </a:r>
            <a:r>
              <a:rPr sz="1300" b="0">
                <a:solidFill>
                  <a:srgbClr val="F8FAFC"/>
                </a:solidFill>
              </a:rPr>
              <a:t>Client-side scenario persistence enabling users to save, load, view, and delete past calculations completely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📱 Quick Product Presets  —  </a:t>
            </a:r>
            <a:r>
              <a:rPr sz="1300" b="0">
                <a:solidFill>
                  <a:srgbClr val="F8FAFC"/>
                </a:solidFill>
              </a:rPr>
              <a:t>One-click pre-filled parameters for iPhone 16 Pro, Gaming Laptop, EV Scooter, and 4K Smart TV.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Mathematical Methodology &amp;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Standard Banking EMI Formula: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 = [ P x r x (1+r)^n ] / [ (1+r)^n - 1 ]</a:t>
            </a:r>
            <a:br/>
            <a:r>
              <a:t>    (P = Financed Amount, r = Monthly interest rate, n = Tenure in months)</a:t>
            </a:r>
            <a:br/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2. Salary-Pledged Investment Schedule: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B_t = B_{t-1} x (1 + m)  -  [ E x (1 - S/100) ]</a:t>
            </a:r>
            <a:br/>
            <a:r>
              <a:t>    (B_t = Month t Balance, m = Monthly ROI rate, S = Salary Pledge %)</a:t>
            </a:r>
            <a:br/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3. Real Effective Cost Out of Pocket: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Real Effective Cost = Total Nominal Outflow  -  Total Investment Interest Returns (R_earned)</a:t>
            </a:r>
            <a:br/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4. Effective Savings &amp; Discount Percentage: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Net Savings = Full Cash Price - Real Effective Cost</a:t>
            </a:r>
            <a:br/>
            <a:r>
              <a:t>Effective Discount % = (Net Savings / Full Cash Price) x 100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⚛️ React 18 &amp; Vite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Functional components, hooks (useState, useMemo, useEffect), reactive state re-renders, and fast HMR bundler.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🎨 Custom CSS Design System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Vanilla CSS with dark mode tokens, glassmorphism cards, responsive flex/grid layouts, and high-contrast typography.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💾 Web Storage API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Browser localStorage wrapper service (storageService.js) facilitating offline CRUD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🧮 Pure JS Formula Engine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Modular, decoupled mathematical engine (calculatorEngine.js) ensuring high code quality and testability.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BUY ADVISOR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Static Build &amp; GitHub Pages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ADE80"/>
                </a:solidFill>
              </a:defRPr>
            </a:pPr>
            <a:r>
              <a:t>🌐 100% Static Deployment Architecture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✓  Vite Asset Relative Base Path: Configured base: './' in vite.config.js for subfolder static hosting.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✓  Production Compilation: Executed npm run build generating optimized bundle (index-Du4IAcsj.js &amp; index-DtH4aDy6.css).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✓  Direct GitHub Pages Serving: Compiled assets published directly to repository subfolder.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✓  Zero White Screen / No Server Required: Runs 100% statically in any browser online or offline!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🎯 CONCLUSION &amp; Q&amp;A</a:t>
            </a:r>
          </a:p>
          <a:p>
            <a:br/>
            <a:pPr algn="ctr">
              <a:defRPr sz="1800">
                <a:solidFill>
                  <a:srgbClr val="F8FAFC"/>
                </a:solidFill>
              </a:defRPr>
            </a:pPr>
            <a:r>
              <a:t>Smart Buy Advisor v2.0 transforms retail purchase decision-making</a:t>
            </a:r>
            <a:br/>
            <a:r>
              <a:t>by converting opportunity returns into direct purchase discounts.</a:t>
            </a:r>
          </a:p>
          <a:p>
            <a:br/>
            <a:pPr algn="ctr">
              <a:defRPr sz="1400">
                <a:solidFill>
                  <a:srgbClr val="4ADE80"/>
                </a:solidFill>
              </a:defRPr>
            </a:pPr>
            <a:r>
              <a:t>🌐 Live App: https://nitintimothy.github.io/capstone-project-23EC5512/smart-buy-advisor/</a:t>
            </a:r>
            <a:br/>
            <a:r>
              <a:t>📁 GitHub Repo: git@github.com:NitinTimothy/capstone-project-23EC5512.git</a:t>
            </a:r>
          </a:p>
          <a:p>
            <a:br/>
            <a:pPr algn="ctr">
              <a:defRPr sz="1600" b="1">
                <a:solidFill>
                  <a:srgbClr val="C084FC"/>
                </a:solidFill>
              </a:defRPr>
            </a:pPr>
            <a:r>
              <a:t>Thank You! Open for Questions &amp; Live Presentation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